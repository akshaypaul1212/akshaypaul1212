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7C184-8207-466B-A101-867BF06B103A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01A-F0A6-41B1-AAA4-CF38D3AD2BF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B201A-F0A6-41B1-AAA4-CF38D3AD2BF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 l="-75000" r="-2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AA33B-F815-4CE1-A682-49C56C31A9A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B574F-C929-44BE-978C-3A8C5297BE2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 smtClean="0">
                <a:solidFill>
                  <a:srgbClr val="00B0F0"/>
                </a:solidFill>
              </a:rPr>
              <a:t>ECOSYSTEM OF BHARATPE</a:t>
            </a:r>
            <a:endParaRPr lang="en-US" sz="4800" b="1" u="sng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8382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STARTED IN</a:t>
            </a:r>
            <a:endParaRPr lang="en-US" sz="3600" b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371600"/>
            <a:ext cx="480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BHARATPE started in 2018, by ashneer grover, shashvat nakrani</a:t>
            </a:r>
            <a:r>
              <a:rPr lang="en-US" sz="2800" b="1" dirty="0"/>
              <a:t> </a:t>
            </a:r>
            <a:r>
              <a:rPr lang="en-US" sz="2800" b="1" dirty="0" smtClean="0"/>
              <a:t>and bhavik koladiya.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6670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VISION</a:t>
            </a:r>
            <a:endParaRPr lang="en-US" sz="3600" b="1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3200400"/>
            <a:ext cx="579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To make financial inclusion a reality for Indian merchant. 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4114800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HEADQUATERS</a:t>
            </a:r>
            <a:endParaRPr lang="en-US" sz="3600" b="1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4724400"/>
            <a:ext cx="457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BHARATPE have its headquarter in new Delhi, and have 5 offices across the country.</a:t>
            </a:r>
            <a:endParaRPr lang="en-US" sz="2800" b="1" dirty="0"/>
          </a:p>
        </p:txBody>
      </p:sp>
      <p:pic>
        <p:nvPicPr>
          <p:cNvPr id="14" name="Picture 13" descr="IMG_20230718_1838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295400"/>
            <a:ext cx="3276600" cy="510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28600"/>
            <a:ext cx="441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What is BHARATPE?</a:t>
            </a:r>
            <a:endParaRPr lang="en-US" sz="40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6553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BHARATPE is a B2B fintech player, that enables merchants to accept payments from all UPI apps, through a single QR code 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667000"/>
            <a:ext cx="434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HOW IT WORKS?</a:t>
            </a:r>
            <a:endParaRPr lang="en-US" sz="40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352800"/>
            <a:ext cx="6172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&gt; Merchants spending more hours on app, will certainly increase its amount to about $2000.</a:t>
            </a:r>
          </a:p>
          <a:p>
            <a:r>
              <a:rPr lang="en-US" sz="2800" b="1" dirty="0" smtClean="0"/>
              <a:t>&gt; It helps offline merchants with there payments.</a:t>
            </a:r>
          </a:p>
          <a:p>
            <a:r>
              <a:rPr lang="en-US" sz="2800" b="1" dirty="0" smtClean="0"/>
              <a:t>&gt; It is an Indian QR code based payment company that operates on B2B and B2C model.</a:t>
            </a:r>
          </a:p>
          <a:p>
            <a:endParaRPr lang="en-US" sz="2800" b="1" dirty="0"/>
          </a:p>
        </p:txBody>
      </p:sp>
      <p:pic>
        <p:nvPicPr>
          <p:cNvPr id="9" name="Picture 8" descr="Screenshot_2023-07-18-18-54-12-80_680d03679600f7af0b4c700c6b270f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57200"/>
            <a:ext cx="2438400" cy="6238875"/>
          </a:xfrm>
          <a:prstGeom prst="rect">
            <a:avLst/>
          </a:prstGeom>
        </p:spPr>
      </p:pic>
      <p:pic>
        <p:nvPicPr>
          <p:cNvPr id="10" name="Picture 9" descr="IMG_20230718_1837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57200"/>
            <a:ext cx="24384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04800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CUSTOMERS OF BHARATPE</a:t>
            </a:r>
            <a:endParaRPr lang="en-US" sz="40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6781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/>
              <a:buChar char="Ø"/>
            </a:pPr>
            <a:r>
              <a:rPr lang="en-US" sz="2800" b="1" dirty="0" smtClean="0"/>
              <a:t>Business owners</a:t>
            </a:r>
          </a:p>
          <a:p>
            <a:pPr>
              <a:buFont typeface="Wingdings"/>
              <a:buChar char="Ø"/>
            </a:pPr>
            <a:r>
              <a:rPr lang="en-US" sz="2800" b="1" dirty="0"/>
              <a:t> </a:t>
            </a:r>
            <a:r>
              <a:rPr lang="en-US" sz="2800" b="1" dirty="0" smtClean="0"/>
              <a:t>Retailers</a:t>
            </a:r>
          </a:p>
          <a:p>
            <a:pPr>
              <a:buFont typeface="Wingdings"/>
              <a:buChar char="Ø"/>
            </a:pPr>
            <a:r>
              <a:rPr lang="en-US" sz="2800" b="1" dirty="0" smtClean="0"/>
              <a:t>Merchants</a:t>
            </a:r>
          </a:p>
          <a:p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2860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COMPETITORS OF BHARATPE</a:t>
            </a:r>
            <a:endParaRPr lang="en-US" sz="4000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0" y="297180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/>
              <a:buChar char="Ø"/>
            </a:pPr>
            <a:r>
              <a:rPr lang="en-US" sz="2800" b="1" dirty="0" smtClean="0"/>
              <a:t>BENOW</a:t>
            </a:r>
          </a:p>
          <a:p>
            <a:pPr>
              <a:buFont typeface="Wingdings"/>
              <a:buChar char="Ø"/>
            </a:pPr>
            <a:r>
              <a:rPr lang="en-US" sz="2800" b="1" dirty="0" smtClean="0"/>
              <a:t>PAYTM</a:t>
            </a:r>
          </a:p>
          <a:p>
            <a:pPr>
              <a:buFont typeface="Wingdings"/>
              <a:buChar char="Ø"/>
            </a:pPr>
            <a:r>
              <a:rPr lang="en-US" sz="2800" b="1" dirty="0" smtClean="0"/>
              <a:t>CHQBOOK</a:t>
            </a:r>
          </a:p>
          <a:p>
            <a:pPr>
              <a:buFont typeface="Wingdings"/>
              <a:buChar char="Ø"/>
            </a:pPr>
            <a:r>
              <a:rPr lang="en-US" sz="2800" b="1" dirty="0" smtClean="0"/>
              <a:t>PHONEPE</a:t>
            </a:r>
          </a:p>
          <a:p>
            <a:pPr>
              <a:buFont typeface="Wingdings"/>
              <a:buChar char="Ø"/>
            </a:pPr>
            <a:r>
              <a:rPr lang="en-US" sz="2800" b="1" dirty="0" smtClean="0"/>
              <a:t>GOOGLE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1054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TOTAL FUNDING RAISED BY BHARATPE</a:t>
            </a:r>
            <a:endParaRPr lang="en-US" sz="4000" b="1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791201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$617 MILLION, OVER 15 ROUNDS</a:t>
            </a:r>
            <a:endParaRPr lang="en-US" sz="2800" b="1" dirty="0"/>
          </a:p>
        </p:txBody>
      </p:sp>
      <p:pic>
        <p:nvPicPr>
          <p:cNvPr id="11" name="Picture 10" descr="20210509_1414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971800"/>
            <a:ext cx="44958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HOW BHARATPE MAKES PROFIT?</a:t>
            </a:r>
            <a:endParaRPr lang="en-US" sz="40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0"/>
            <a:ext cx="723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It earns interest income from the loans, it disburses to merchants and consumers.</a:t>
            </a:r>
          </a:p>
          <a:p>
            <a:r>
              <a:rPr lang="en-US" sz="2800" b="1" dirty="0" smtClean="0"/>
              <a:t>BHARATPE partners with banks and NBFC’s for providing these loans.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59080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LOSSES FOR BHARATPE</a:t>
            </a:r>
            <a:endParaRPr lang="en-US" sz="40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276601"/>
            <a:ext cx="441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RS .5594 CR IN FY 2022</a:t>
            </a:r>
          </a:p>
          <a:p>
            <a:r>
              <a:rPr lang="en-US" sz="2800" b="1" dirty="0" smtClean="0"/>
              <a:t>RS. 1619 CR IN FY 2021</a:t>
            </a:r>
          </a:p>
          <a:p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4267200"/>
            <a:ext cx="8534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 smtClean="0"/>
              <a:t>STAKES AFTER JOINING OF ASHNEER GROVER IN 2018</a:t>
            </a:r>
            <a:endParaRPr lang="en-US" sz="3800" b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410200"/>
            <a:ext cx="7162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Ashneer grover- 32%</a:t>
            </a:r>
          </a:p>
          <a:p>
            <a:r>
              <a:rPr lang="en-US" sz="2800" b="1" dirty="0" smtClean="0"/>
              <a:t>Shashvat nakrani- 25.5%</a:t>
            </a:r>
          </a:p>
          <a:p>
            <a:r>
              <a:rPr lang="en-US" sz="2800" b="1" dirty="0" smtClean="0"/>
              <a:t>Bhavik </a:t>
            </a:r>
            <a:r>
              <a:rPr lang="en-US" sz="2800" b="1" dirty="0" err="1" smtClean="0"/>
              <a:t>koladia</a:t>
            </a:r>
            <a:r>
              <a:rPr lang="en-US" sz="2800" b="1" dirty="0" smtClean="0"/>
              <a:t>- 42.5%</a:t>
            </a:r>
          </a:p>
          <a:p>
            <a:endParaRPr lang="en-US" sz="2800" b="1" dirty="0"/>
          </a:p>
        </p:txBody>
      </p:sp>
      <p:pic>
        <p:nvPicPr>
          <p:cNvPr id="10" name="Picture 9" descr="IMG_20230718_18385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05400" y="2209800"/>
            <a:ext cx="4038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28600"/>
            <a:ext cx="723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 smtClean="0"/>
              <a:t>STRATEGY</a:t>
            </a:r>
            <a:endParaRPr lang="en-US" sz="44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0" y="990600"/>
            <a:ext cx="7391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BHARATPE offers unified QR code which is compatible with over 10 UPI apps .</a:t>
            </a:r>
          </a:p>
          <a:p>
            <a:r>
              <a:rPr lang="en-US" sz="2800" b="1" dirty="0" smtClean="0"/>
              <a:t>It enables merchants to accept payments from multiple apps without maintaining separate QR codes.</a:t>
            </a:r>
            <a:endParaRPr lang="en-US" sz="2800" b="1" dirty="0"/>
          </a:p>
        </p:txBody>
      </p:sp>
      <p:pic>
        <p:nvPicPr>
          <p:cNvPr id="6" name="Picture 5" descr="IMG_20230718_183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19400"/>
            <a:ext cx="7315200" cy="2521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562600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/>
              <a:t>IT IS AN FINTECH UNICORN</a:t>
            </a:r>
            <a:endParaRPr lang="en-US" sz="6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256</Words>
  <Application>Microsoft Office PowerPoint</Application>
  <PresentationFormat>On-screen Show (4:3)</PresentationFormat>
  <Paragraphs>40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MEGHA</dc:creator>
  <cp:lastModifiedBy>MEGHA</cp:lastModifiedBy>
  <cp:revision>4</cp:revision>
  <dcterms:created xsi:type="dcterms:W3CDTF">2023-07-18T13:31:25Z</dcterms:created>
  <dcterms:modified xsi:type="dcterms:W3CDTF">2023-07-18T15:04:30Z</dcterms:modified>
</cp:coreProperties>
</file>